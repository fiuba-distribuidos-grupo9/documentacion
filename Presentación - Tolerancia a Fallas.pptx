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9" r:id="rId4"/>
    <p:sldId id="270" r:id="rId5"/>
    <p:sldId id="267" r:id="rId6"/>
    <p:sldId id="268" r:id="rId7"/>
    <p:sldId id="272" r:id="rId8"/>
    <p:sldId id="271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23358"/>
            <a:ext cx="7772400" cy="2099733"/>
          </a:xfrm>
        </p:spPr>
        <p:txBody>
          <a:bodyPr/>
          <a:lstStyle/>
          <a:p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Coffee Shop Analysis</a:t>
            </a:r>
            <a:br>
              <a:rPr lang="es-AR" sz="2000" dirty="0">
                <a:solidFill>
                  <a:srgbClr val="000000"/>
                </a:solidFill>
                <a:latin typeface="Nirmala UI Semilight"/>
              </a:rPr>
            </a:br>
            <a:r>
              <a:rPr lang="es-AR" sz="2000" dirty="0">
                <a:solidFill>
                  <a:srgbClr val="000000"/>
                </a:solidFill>
                <a:latin typeface="Nirmala UI Semilight"/>
              </a:rPr>
              <a:t>Tolerancia a Fallas</a:t>
            </a:r>
            <a:endParaRPr sz="2000" dirty="0">
              <a:solidFill>
                <a:srgbClr val="000000"/>
              </a:solidFill>
              <a:latin typeface="Nirmala UI Semi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342091"/>
            <a:ext cx="6400800" cy="3745441"/>
          </a:xfrm>
        </p:spPr>
        <p:txBody>
          <a:bodyPr>
            <a:normAutofit/>
          </a:bodyPr>
          <a:lstStyle/>
          <a:p>
            <a:r>
              <a:rPr sz="2400" b="1" i="1" dirty="0">
                <a:solidFill>
                  <a:srgbClr val="000000"/>
                </a:solidFill>
                <a:latin typeface="Nirmala UI Semilight"/>
              </a:rPr>
              <a:t>Grupo 9</a:t>
            </a:r>
            <a:br>
              <a:rPr lang="es-AR" sz="1050" b="1" i="1" dirty="0">
                <a:solidFill>
                  <a:srgbClr val="000000"/>
                </a:solidFill>
                <a:latin typeface="Nirmala UI Semilight"/>
              </a:rPr>
            </a:br>
            <a:endParaRPr sz="2000" dirty="0">
              <a:solidFill>
                <a:srgbClr val="000000"/>
              </a:solidFill>
              <a:latin typeface="Nirmala UI Semilight"/>
            </a:endParaRPr>
          </a:p>
          <a:p>
            <a:r>
              <a:rPr sz="2000" b="1" u="sng" dirty="0" err="1">
                <a:solidFill>
                  <a:srgbClr val="000000"/>
                </a:solidFill>
                <a:latin typeface="Nirmala UI Semilight"/>
              </a:rPr>
              <a:t>Integrantes</a:t>
            </a:r>
            <a:endParaRPr sz="2000" b="1" u="sng" dirty="0">
              <a:solidFill>
                <a:srgbClr val="000000"/>
              </a:solidFill>
              <a:latin typeface="Nirmala UI Semilight"/>
            </a:endParaRPr>
          </a:p>
          <a:p>
            <a:r>
              <a:rPr sz="1800" dirty="0">
                <a:solidFill>
                  <a:srgbClr val="000000"/>
                </a:solidFill>
                <a:latin typeface="Nirmala UI Semilight"/>
              </a:rPr>
              <a:t>Ascencio Felipe Santino</a:t>
            </a:r>
            <a:r>
              <a:rPr lang="es-AR" sz="1800" dirty="0">
                <a:solidFill>
                  <a:srgbClr val="000000"/>
                </a:solidFill>
                <a:latin typeface="Nirmala UI Semilight"/>
              </a:rPr>
              <a:t>.</a:t>
            </a:r>
            <a:endParaRPr sz="1800" dirty="0">
              <a:solidFill>
                <a:srgbClr val="000000"/>
              </a:solidFill>
              <a:latin typeface="Nirmala UI Semilight"/>
            </a:endParaRPr>
          </a:p>
          <a:p>
            <a:r>
              <a:rPr sz="1800" dirty="0" err="1">
                <a:solidFill>
                  <a:srgbClr val="000000"/>
                </a:solidFill>
                <a:latin typeface="Nirmala UI Semilight"/>
              </a:rPr>
              <a:t>Gamberale</a:t>
            </a:r>
            <a:r>
              <a:rPr sz="1800" dirty="0">
                <a:solidFill>
                  <a:srgbClr val="000000"/>
                </a:solidFill>
                <a:latin typeface="Nirmala UI Semilight"/>
              </a:rPr>
              <a:t> Luciano</a:t>
            </a:r>
            <a:r>
              <a:rPr lang="es-AR" sz="1800" dirty="0">
                <a:solidFill>
                  <a:srgbClr val="000000"/>
                </a:solidFill>
                <a:latin typeface="Nirmala UI Semilight"/>
              </a:rPr>
              <a:t>.</a:t>
            </a:r>
            <a:endParaRPr sz="1800" dirty="0">
              <a:solidFill>
                <a:srgbClr val="000000"/>
              </a:solidFill>
              <a:latin typeface="Nirmala UI Semilight"/>
            </a:endParaRPr>
          </a:p>
          <a:p>
            <a:r>
              <a:rPr sz="1800" dirty="0">
                <a:solidFill>
                  <a:srgbClr val="000000"/>
                </a:solidFill>
                <a:latin typeface="Nirmala UI Semilight"/>
              </a:rPr>
              <a:t>Zielonka Axel</a:t>
            </a:r>
            <a:r>
              <a:rPr lang="es-AR" sz="1800" dirty="0">
                <a:solidFill>
                  <a:srgbClr val="000000"/>
                </a:solidFill>
                <a:latin typeface="Nirmala UI Semilight"/>
              </a:rPr>
              <a:t>.</a:t>
            </a:r>
            <a:endParaRPr sz="1800" dirty="0">
              <a:solidFill>
                <a:srgbClr val="000000"/>
              </a:solidFill>
              <a:latin typeface="Nirmala UI Semilight"/>
            </a:endParaRPr>
          </a:p>
          <a:p>
            <a:endParaRPr sz="2000" dirty="0">
              <a:solidFill>
                <a:srgbClr val="000000"/>
              </a:solidFill>
              <a:latin typeface="Nirmala UI Semilight"/>
            </a:endParaRPr>
          </a:p>
          <a:p>
            <a:r>
              <a:rPr sz="2000" b="1" u="sng" dirty="0">
                <a:solidFill>
                  <a:srgbClr val="000000"/>
                </a:solidFill>
                <a:latin typeface="Nirmala UI Semilight"/>
              </a:rPr>
              <a:t>Corrector</a:t>
            </a:r>
            <a:endParaRPr lang="es-AR" sz="2000" b="1" u="sng" dirty="0">
              <a:solidFill>
                <a:srgbClr val="000000"/>
              </a:solidFill>
              <a:latin typeface="Nirmala UI Semilight"/>
            </a:endParaRPr>
          </a:p>
          <a:p>
            <a:r>
              <a:rPr sz="1800" dirty="0">
                <a:solidFill>
                  <a:srgbClr val="000000"/>
                </a:solidFill>
                <a:latin typeface="Nirmala UI Semilight"/>
              </a:rPr>
              <a:t>Papa Franco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 dirty="0">
                <a:solidFill>
                  <a:schemeClr val="bg1"/>
                </a:solidFill>
                <a:latin typeface="Nirmala UI Semilight"/>
              </a:rPr>
              <a:t>Coffee Shop Analysis </a:t>
            </a:r>
            <a:r>
              <a:rPr lang="en-US" sz="2000" b="1" dirty="0">
                <a:solidFill>
                  <a:schemeClr val="bg1"/>
                </a:solidFill>
                <a:latin typeface="Nirmala UI Semilight"/>
              </a:rPr>
              <a:t>–</a:t>
            </a:r>
            <a:r>
              <a:rPr sz="2000" b="1" dirty="0">
                <a:solidFill>
                  <a:schemeClr val="bg1"/>
                </a:solidFill>
                <a:latin typeface="Nirmala UI Semilight"/>
              </a:rPr>
              <a:t> </a:t>
            </a:r>
            <a:r>
              <a:rPr lang="es-AR" sz="2000" b="1" dirty="0">
                <a:solidFill>
                  <a:schemeClr val="bg1"/>
                </a:solidFill>
                <a:latin typeface="Nirmala UI Semilight"/>
              </a:rPr>
              <a:t>Tolerancia a Fallas – G9</a:t>
            </a:r>
            <a:endParaRPr sz="2000" b="1" dirty="0">
              <a:solidFill>
                <a:schemeClr val="bg1"/>
              </a:solidFill>
              <a:latin typeface="Nirmala UI Semiligh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1D8033-C522-1FA9-44C7-5BD0D64DF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E442E-1F9D-98CC-B1A7-F280961A16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940858"/>
            <a:ext cx="7772400" cy="976841"/>
          </a:xfrm>
        </p:spPr>
        <p:txBody>
          <a:bodyPr>
            <a:normAutofit fontScale="90000"/>
          </a:bodyPr>
          <a:lstStyle/>
          <a:p>
            <a:r>
              <a:rPr lang="es-AR" sz="3200" b="1" u="sng" dirty="0">
                <a:solidFill>
                  <a:srgbClr val="000000"/>
                </a:solidFill>
                <a:latin typeface="Nirmala UI Semilight"/>
              </a:rPr>
              <a:t>¿Qué decidimos hacer respecto al </a:t>
            </a:r>
            <a:r>
              <a:rPr lang="es-AR" sz="3200" b="1" u="sng" dirty="0" err="1">
                <a:solidFill>
                  <a:srgbClr val="000000"/>
                </a:solidFill>
                <a:latin typeface="Nirmala UI Semilight"/>
              </a:rPr>
              <a:t>feedback</a:t>
            </a:r>
            <a:r>
              <a:rPr lang="es-AR" sz="3200" b="1" u="sng" dirty="0">
                <a:solidFill>
                  <a:srgbClr val="000000"/>
                </a:solidFill>
                <a:latin typeface="Nirmala UI Semilight"/>
              </a:rPr>
              <a:t> recibido?</a:t>
            </a:r>
            <a:endParaRPr sz="2000" dirty="0">
              <a:solidFill>
                <a:srgbClr val="000000"/>
              </a:solidFill>
              <a:latin typeface="Nirmala UI Semiligh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1C93C-A87B-0D6C-2AB3-6DD06B34D2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2265891"/>
            <a:ext cx="7772400" cy="3745441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Para el manejo de archivos utilizamos la operación atómica recomendada.</a:t>
            </a:r>
            <a:br>
              <a:rPr lang="es-ES" sz="2400" dirty="0">
                <a:solidFill>
                  <a:srgbClr val="000000"/>
                </a:solidFill>
                <a:latin typeface="Nirmala UI Semilight"/>
              </a:rPr>
            </a:br>
            <a:endParaRPr lang="es-ES" sz="2400" dirty="0">
              <a:solidFill>
                <a:srgbClr val="000000"/>
              </a:solidFill>
              <a:latin typeface="Nirmala UI Semiligh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El orden de las instrucciones que realizan los controladores garantiza la consistencia en el funcionamiento ante la existencia de fallas.</a:t>
            </a:r>
          </a:p>
          <a:p>
            <a:pPr algn="l"/>
            <a:endParaRPr lang="es-ES" sz="2400" dirty="0">
              <a:solidFill>
                <a:srgbClr val="000000"/>
              </a:solidFill>
              <a:latin typeface="Nirmala UI Semilight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Se consiguió definir una cantidad óptima de escrituras a disco por cada iteración en los controladores.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sz="1800" dirty="0">
              <a:solidFill>
                <a:srgbClr val="000000"/>
              </a:solidFill>
              <a:latin typeface="Nirmala UI Semil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B1EBED-48A4-70B6-1233-6F88A0E83999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 dirty="0">
                <a:solidFill>
                  <a:schemeClr val="bg1"/>
                </a:solidFill>
                <a:latin typeface="Nirmala UI Semilight"/>
              </a:rPr>
              <a:t>Coffee Shop Analysis </a:t>
            </a:r>
            <a:r>
              <a:rPr lang="en-US" sz="2000" b="1" dirty="0">
                <a:solidFill>
                  <a:schemeClr val="bg1"/>
                </a:solidFill>
                <a:latin typeface="Nirmala UI Semilight"/>
              </a:rPr>
              <a:t>–</a:t>
            </a:r>
            <a:r>
              <a:rPr sz="2000" b="1" dirty="0">
                <a:solidFill>
                  <a:schemeClr val="bg1"/>
                </a:solidFill>
                <a:latin typeface="Nirmala UI Semilight"/>
              </a:rPr>
              <a:t> </a:t>
            </a:r>
            <a:r>
              <a:rPr lang="es-AR" sz="2000" b="1" dirty="0">
                <a:solidFill>
                  <a:schemeClr val="bg1"/>
                </a:solidFill>
                <a:latin typeface="Nirmala UI Semilight"/>
              </a:rPr>
              <a:t>Tolerancia a Fallas – G9</a:t>
            </a:r>
            <a:endParaRPr sz="2000" b="1" dirty="0">
              <a:solidFill>
                <a:schemeClr val="bg1"/>
              </a:solidFill>
              <a:latin typeface="Nirmala UI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2531792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D45231-C842-C600-EC32-621A7880E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BE33E-BBC6-B265-BF10-0ED96056F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940858"/>
            <a:ext cx="7772400" cy="976841"/>
          </a:xfrm>
        </p:spPr>
        <p:txBody>
          <a:bodyPr>
            <a:normAutofit/>
          </a:bodyPr>
          <a:lstStyle/>
          <a:p>
            <a:r>
              <a:rPr lang="es-AR" sz="3200" b="1" u="sng" dirty="0">
                <a:solidFill>
                  <a:srgbClr val="000000"/>
                </a:solidFill>
                <a:latin typeface="Nirmala UI Semilight"/>
              </a:rPr>
              <a:t>Actualizaciones documentales</a:t>
            </a:r>
            <a:endParaRPr sz="2000" dirty="0">
              <a:solidFill>
                <a:srgbClr val="000000"/>
              </a:solidFill>
              <a:latin typeface="Nirmala UI Semiligh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D56A91-3AF1-B5C1-E70B-575B776C1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2265891"/>
            <a:ext cx="7772400" cy="3745441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Creación de la sección de “Tolerancia a Fallas”.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ES" sz="2400" dirty="0">
              <a:solidFill>
                <a:srgbClr val="000000"/>
              </a:solidFill>
              <a:latin typeface="Nirmala UI Semiligh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Redacción del cronograma tentativo y real.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ES" sz="2400" dirty="0">
              <a:solidFill>
                <a:srgbClr val="000000"/>
              </a:solidFill>
              <a:latin typeface="Nirmala UI Semiligh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La sección “Protocolo” no se vio afectada, los agregados en el mismo se encuentran en la sección de “Tolerancia a Fallas” (Buscamos emular el concepto de las capas OSI).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1F868F-B2CA-D105-2A0F-908C5704D9EE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 dirty="0">
                <a:solidFill>
                  <a:schemeClr val="bg1"/>
                </a:solidFill>
                <a:latin typeface="Nirmala UI Semilight"/>
              </a:rPr>
              <a:t>Coffee Shop Analysis </a:t>
            </a:r>
            <a:r>
              <a:rPr lang="en-US" sz="2000" b="1" dirty="0">
                <a:solidFill>
                  <a:schemeClr val="bg1"/>
                </a:solidFill>
                <a:latin typeface="Nirmala UI Semilight"/>
              </a:rPr>
              <a:t>–</a:t>
            </a:r>
            <a:r>
              <a:rPr sz="2000" b="1" dirty="0">
                <a:solidFill>
                  <a:schemeClr val="bg1"/>
                </a:solidFill>
                <a:latin typeface="Nirmala UI Semilight"/>
              </a:rPr>
              <a:t> </a:t>
            </a:r>
            <a:r>
              <a:rPr lang="es-AR" sz="2000" b="1" dirty="0">
                <a:solidFill>
                  <a:schemeClr val="bg1"/>
                </a:solidFill>
                <a:latin typeface="Nirmala UI Semilight"/>
              </a:rPr>
              <a:t>Tolerancia a Fallas – G9</a:t>
            </a:r>
            <a:endParaRPr sz="2000" b="1" dirty="0">
              <a:solidFill>
                <a:schemeClr val="bg1"/>
              </a:solidFill>
              <a:latin typeface="Nirmala UI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267260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3C6C1E-0014-C09B-1C01-D141B116E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5F5ED-4473-AF10-3D02-41C918FAF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52437"/>
            <a:ext cx="7772400" cy="976841"/>
          </a:xfrm>
        </p:spPr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0000"/>
                </a:solidFill>
                <a:latin typeface="Nirmala UI Semilight"/>
              </a:rPr>
              <a:t>Cambios</a:t>
            </a:r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 </a:t>
            </a:r>
            <a:r>
              <a:rPr lang="en-US" sz="3200" b="1" u="sng" dirty="0" err="1">
                <a:solidFill>
                  <a:srgbClr val="000000"/>
                </a:solidFill>
                <a:latin typeface="Nirmala UI Semilight"/>
              </a:rPr>
              <a:t>en</a:t>
            </a:r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 </a:t>
            </a:r>
            <a:r>
              <a:rPr lang="en-US" sz="3200" b="1" u="sng" dirty="0" err="1">
                <a:solidFill>
                  <a:srgbClr val="000000"/>
                </a:solidFill>
                <a:latin typeface="Nirmala UI Semilight"/>
              </a:rPr>
              <a:t>el</a:t>
            </a:r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 </a:t>
            </a:r>
            <a:r>
              <a:rPr lang="en-US" sz="3200" b="1" u="sng" dirty="0" err="1">
                <a:solidFill>
                  <a:srgbClr val="000000"/>
                </a:solidFill>
                <a:latin typeface="Nirmala UI Semilight"/>
              </a:rPr>
              <a:t>diseño</a:t>
            </a:r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 y </a:t>
            </a:r>
            <a:r>
              <a:rPr lang="en-US" sz="3200" b="1" u="sng" dirty="0" err="1">
                <a:solidFill>
                  <a:srgbClr val="000000"/>
                </a:solidFill>
                <a:latin typeface="Nirmala UI Semilight"/>
              </a:rPr>
              <a:t>el</a:t>
            </a:r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 </a:t>
            </a:r>
            <a:r>
              <a:rPr lang="en-US" sz="3200" b="1" u="sng" dirty="0" err="1">
                <a:solidFill>
                  <a:srgbClr val="000000"/>
                </a:solidFill>
                <a:latin typeface="Nirmala UI Semilight"/>
              </a:rPr>
              <a:t>funcionamiento</a:t>
            </a:r>
            <a:endParaRPr sz="2000" dirty="0">
              <a:solidFill>
                <a:srgbClr val="000000"/>
              </a:solidFill>
              <a:latin typeface="Nirmala UI Semiligh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B8249E-BFD4-0010-8122-393BDF0204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1292224"/>
            <a:ext cx="7772400" cy="5498043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Se implementó la lógica para tolerar fallas en los controladores.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Se crearon los mecanismos para evitar que ocurran inconsistencias en el procesamiento ante caídas.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Se modificó el protocolo de comunicación para soportar las nuevas implementaciones.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Se desarrolló el sistema de ‘</a:t>
            </a:r>
            <a:r>
              <a:rPr lang="es-ES" sz="2400" dirty="0" err="1">
                <a:solidFill>
                  <a:srgbClr val="000000"/>
                </a:solidFill>
                <a:latin typeface="Nirmala UI Semilight"/>
              </a:rPr>
              <a:t>Health</a:t>
            </a: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Nirmala UI Semilight"/>
              </a:rPr>
              <a:t>Checkers</a:t>
            </a: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’.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Se desarrolló la herramienta ‘Chaos-</a:t>
            </a:r>
            <a:r>
              <a:rPr lang="es-ES" sz="2400" dirty="0" err="1">
                <a:solidFill>
                  <a:srgbClr val="000000"/>
                </a:solidFill>
                <a:latin typeface="Nirmala UI Semilight"/>
              </a:rPr>
              <a:t>Monkey</a:t>
            </a: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’.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Se realizaron las mediciones de rendimiento con y sin fallas, para generar las respectivas comparaciones.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Se corroboró que se cumplan todos los criterios de corrección y aceptación.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Se hizo el </a:t>
            </a:r>
            <a:r>
              <a:rPr lang="es-ES" sz="2400" dirty="0" err="1">
                <a:solidFill>
                  <a:srgbClr val="000000"/>
                </a:solidFill>
                <a:latin typeface="Nirmala UI Semilight"/>
              </a:rPr>
              <a:t>refactor</a:t>
            </a: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 final del código para la entrega.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ES" sz="2400" dirty="0">
              <a:solidFill>
                <a:srgbClr val="000000"/>
              </a:solidFill>
              <a:latin typeface="Nirmala UI Semil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E26AAA-73D9-604F-D0D1-097DB92714D1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 dirty="0">
                <a:solidFill>
                  <a:schemeClr val="bg1"/>
                </a:solidFill>
                <a:latin typeface="Nirmala UI Semilight"/>
              </a:rPr>
              <a:t>Coffee Shop Analysis </a:t>
            </a:r>
            <a:r>
              <a:rPr lang="en-US" sz="2000" b="1" dirty="0">
                <a:solidFill>
                  <a:schemeClr val="bg1"/>
                </a:solidFill>
                <a:latin typeface="Nirmala UI Semilight"/>
              </a:rPr>
              <a:t>–</a:t>
            </a:r>
            <a:r>
              <a:rPr sz="2000" b="1" dirty="0">
                <a:solidFill>
                  <a:schemeClr val="bg1"/>
                </a:solidFill>
                <a:latin typeface="Nirmala UI Semilight"/>
              </a:rPr>
              <a:t> </a:t>
            </a:r>
            <a:r>
              <a:rPr lang="es-AR" sz="2000" b="1" dirty="0">
                <a:solidFill>
                  <a:schemeClr val="bg1"/>
                </a:solidFill>
                <a:latin typeface="Nirmala UI Semilight"/>
              </a:rPr>
              <a:t>Tolerancia a Fallas – G9</a:t>
            </a:r>
            <a:endParaRPr sz="2000" b="1" dirty="0">
              <a:solidFill>
                <a:schemeClr val="bg1"/>
              </a:solidFill>
              <a:latin typeface="Nirmala UI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2316662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7280AE-F766-1024-10E1-0944C45A2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99560-3D98-9AA1-93B0-A436D35B01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875492"/>
            <a:ext cx="7772400" cy="97684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0000"/>
                </a:solidFill>
                <a:latin typeface="Nirmala UI Semilight"/>
              </a:rPr>
              <a:t>¡VAMOS CON LA DEMO!</a:t>
            </a:r>
            <a:endParaRPr sz="2800" dirty="0">
              <a:solidFill>
                <a:srgbClr val="000000"/>
              </a:solidFill>
              <a:latin typeface="Nirmala UI Semil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FCD864-AB01-0F45-43A6-16B69C2E85B0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Nirmala UI Semilight"/>
              </a:rPr>
              <a:t>Coffee Shop Analysis – </a:t>
            </a:r>
            <a:r>
              <a:rPr lang="en-US" sz="2000" b="1" dirty="0" err="1">
                <a:solidFill>
                  <a:schemeClr val="bg1"/>
                </a:solidFill>
                <a:latin typeface="Nirmala UI Semilight"/>
              </a:rPr>
              <a:t>Tolerancia</a:t>
            </a:r>
            <a:r>
              <a:rPr lang="en-US" sz="2000" b="1" dirty="0">
                <a:solidFill>
                  <a:schemeClr val="bg1"/>
                </a:solidFill>
                <a:latin typeface="Nirmala UI Semilight"/>
              </a:rPr>
              <a:t> a Fallas – G9</a:t>
            </a:r>
          </a:p>
        </p:txBody>
      </p:sp>
    </p:spTree>
    <p:extLst>
      <p:ext uri="{BB962C8B-B14F-4D97-AF65-F5344CB8AC3E}">
        <p14:creationId xmlns:p14="http://schemas.microsoft.com/office/powerpoint/2010/main" val="515147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CE5AFD-E29C-965D-3F15-5DA740752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31F12-7F59-550F-89C6-A6928F882A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826559"/>
            <a:ext cx="7772400" cy="976841"/>
          </a:xfrm>
        </p:spPr>
        <p:txBody>
          <a:bodyPr/>
          <a:lstStyle/>
          <a:p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¿Y </a:t>
            </a:r>
            <a:r>
              <a:rPr lang="en-US" sz="3200" b="1" u="sng" dirty="0" err="1">
                <a:solidFill>
                  <a:srgbClr val="000000"/>
                </a:solidFill>
                <a:latin typeface="Nirmala UI Semilight"/>
              </a:rPr>
              <a:t>ahora</a:t>
            </a:r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?</a:t>
            </a:r>
            <a:endParaRPr sz="2000" dirty="0">
              <a:solidFill>
                <a:srgbClr val="000000"/>
              </a:solidFill>
              <a:latin typeface="Nirmala UI Semil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6C205-D66D-7777-83B8-1C775C57B2E8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Nirmala UI Semilight"/>
              </a:rPr>
              <a:t>Coffee Shop Analysis – </a:t>
            </a:r>
            <a:r>
              <a:rPr lang="en-US" sz="2000" b="1" dirty="0" err="1">
                <a:solidFill>
                  <a:schemeClr val="bg1"/>
                </a:solidFill>
                <a:latin typeface="Nirmala UI Semilight"/>
              </a:rPr>
              <a:t>Tolerancia</a:t>
            </a:r>
            <a:r>
              <a:rPr lang="en-US" sz="2000" b="1" dirty="0">
                <a:solidFill>
                  <a:schemeClr val="bg1"/>
                </a:solidFill>
                <a:latin typeface="Nirmala UI Semilight"/>
              </a:rPr>
              <a:t> a Fallas – G9</a:t>
            </a:r>
          </a:p>
        </p:txBody>
      </p:sp>
    </p:spTree>
    <p:extLst>
      <p:ext uri="{BB962C8B-B14F-4D97-AF65-F5344CB8AC3E}">
        <p14:creationId xmlns:p14="http://schemas.microsoft.com/office/powerpoint/2010/main" val="2729178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EE5CB9-67CA-8998-8E3A-B27ABC8E9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56CC1-E45B-5C44-2401-ADC332F28C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826559"/>
            <a:ext cx="7772400" cy="976841"/>
          </a:xfrm>
        </p:spPr>
        <p:txBody>
          <a:bodyPr/>
          <a:lstStyle/>
          <a:p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¿Y </a:t>
            </a:r>
            <a:r>
              <a:rPr lang="en-US" sz="3200" b="1" u="sng" dirty="0" err="1">
                <a:solidFill>
                  <a:srgbClr val="000000"/>
                </a:solidFill>
                <a:latin typeface="Nirmala UI Semilight"/>
              </a:rPr>
              <a:t>ahora</a:t>
            </a:r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?</a:t>
            </a:r>
            <a:endParaRPr sz="2000" dirty="0">
              <a:solidFill>
                <a:srgbClr val="000000"/>
              </a:solidFill>
              <a:latin typeface="Nirmala UI Semil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916F28-C7B9-A760-5E35-819F854C5508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Nirmala UI Semilight"/>
              </a:rPr>
              <a:t>Coffee Shop Analysis – </a:t>
            </a:r>
            <a:r>
              <a:rPr lang="en-US" sz="2000" b="1" dirty="0" err="1">
                <a:solidFill>
                  <a:schemeClr val="bg1"/>
                </a:solidFill>
                <a:latin typeface="Nirmala UI Semilight"/>
              </a:rPr>
              <a:t>Tolerancia</a:t>
            </a:r>
            <a:r>
              <a:rPr lang="en-US" sz="2000" b="1" dirty="0">
                <a:solidFill>
                  <a:schemeClr val="bg1"/>
                </a:solidFill>
                <a:latin typeface="Nirmala UI Semilight"/>
              </a:rPr>
              <a:t> a Fallas – G9</a:t>
            </a:r>
          </a:p>
        </p:txBody>
      </p:sp>
      <p:pic>
        <p:nvPicPr>
          <p:cNvPr id="1026" name="Picture 2" descr="Verstappen, desanimado en México: &quot;El coche simplemente no funciona&quot;">
            <a:extLst>
              <a:ext uri="{FF2B5EF4-FFF2-40B4-BE49-F238E27FC236}">
                <a16:creationId xmlns:a16="http://schemas.microsoft.com/office/drawing/2014/main" id="{77D973BA-3296-7648-E958-2A543EE10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49" y="1718286"/>
            <a:ext cx="6337301" cy="4233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39302D0-277E-92F0-DBF9-1E9D0359A6EC}"/>
              </a:ext>
            </a:extLst>
          </p:cNvPr>
          <p:cNvSpPr txBox="1">
            <a:spLocks/>
          </p:cNvSpPr>
          <p:nvPr/>
        </p:nvSpPr>
        <p:spPr>
          <a:xfrm>
            <a:off x="685799" y="5119159"/>
            <a:ext cx="7772400" cy="976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bg1"/>
                </a:solidFill>
                <a:latin typeface="Nirmala UI Semilight"/>
              </a:rPr>
              <a:t>THIS IS THE END</a:t>
            </a:r>
            <a:endParaRPr lang="en-US" sz="2800" b="1" dirty="0">
              <a:solidFill>
                <a:schemeClr val="bg1"/>
              </a:solidFill>
              <a:latin typeface="Nirmala UI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2564729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5DE678-5A3E-05AE-10C8-E8E122211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6703E-1A4E-0AF2-D0EA-F4128AC1B0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940579"/>
            <a:ext cx="7772400" cy="976841"/>
          </a:xfrm>
        </p:spPr>
        <p:txBody>
          <a:bodyPr>
            <a:normAutofit/>
          </a:bodyPr>
          <a:lstStyle/>
          <a:p>
            <a:r>
              <a:rPr lang="es-AR" sz="4000" b="1" dirty="0">
                <a:solidFill>
                  <a:srgbClr val="000000"/>
                </a:solidFill>
                <a:latin typeface="Nirmala UI Semilight"/>
              </a:rPr>
              <a:t>¡</a:t>
            </a:r>
            <a:r>
              <a:rPr lang="en-US" sz="4000" b="1" dirty="0">
                <a:solidFill>
                  <a:srgbClr val="000000"/>
                </a:solidFill>
                <a:latin typeface="Nirmala UI Semilight"/>
              </a:rPr>
              <a:t>Gracias Franco!</a:t>
            </a:r>
            <a:endParaRPr sz="2800" dirty="0">
              <a:solidFill>
                <a:srgbClr val="000000"/>
              </a:solidFill>
              <a:latin typeface="Nirmala UI Semil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659935-DFB2-C04E-1FCD-99CE2B11E64A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Nirmala UI Semilight"/>
              </a:rPr>
              <a:t>Coffee Shop Analysis – </a:t>
            </a:r>
            <a:r>
              <a:rPr lang="en-US" sz="2000" b="1" dirty="0" err="1">
                <a:solidFill>
                  <a:schemeClr val="bg1"/>
                </a:solidFill>
                <a:latin typeface="Nirmala UI Semilight"/>
              </a:rPr>
              <a:t>Tolerancia</a:t>
            </a:r>
            <a:r>
              <a:rPr lang="en-US" sz="2000" b="1" dirty="0">
                <a:solidFill>
                  <a:schemeClr val="bg1"/>
                </a:solidFill>
                <a:latin typeface="Nirmala UI Semilight"/>
              </a:rPr>
              <a:t> a Fallas – G9</a:t>
            </a:r>
          </a:p>
        </p:txBody>
      </p:sp>
    </p:spTree>
    <p:extLst>
      <p:ext uri="{BB962C8B-B14F-4D97-AF65-F5344CB8AC3E}">
        <p14:creationId xmlns:p14="http://schemas.microsoft.com/office/powerpoint/2010/main" val="3666422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334</Words>
  <Application>Microsoft Office PowerPoint</Application>
  <PresentationFormat>On-screen Show (4:3)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Nirmala UI Semilight</vt:lpstr>
      <vt:lpstr>Office Theme</vt:lpstr>
      <vt:lpstr>Coffee Shop Analysis Tolerancia a Fallas</vt:lpstr>
      <vt:lpstr>¿Qué decidimos hacer respecto al feedback recibido?</vt:lpstr>
      <vt:lpstr>Actualizaciones documentales</vt:lpstr>
      <vt:lpstr>Cambios en el diseño y el funcionamiento</vt:lpstr>
      <vt:lpstr>¡VAMOS CON LA DEMO!</vt:lpstr>
      <vt:lpstr>¿Y ahora?</vt:lpstr>
      <vt:lpstr>¿Y ahora?</vt:lpstr>
      <vt:lpstr>¡Gracias Franco!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Felipe Ascencio (Nokia)</cp:lastModifiedBy>
  <cp:revision>46</cp:revision>
  <dcterms:created xsi:type="dcterms:W3CDTF">2013-01-27T09:14:16Z</dcterms:created>
  <dcterms:modified xsi:type="dcterms:W3CDTF">2025-11-19T21:34:08Z</dcterms:modified>
  <cp:category/>
</cp:coreProperties>
</file>